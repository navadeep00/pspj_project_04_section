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572" autoAdjust="0"/>
  </p:normalViewPr>
  <p:slideViewPr>
    <p:cSldViewPr snapToGrid="0" snapToObjects="1">
      <p:cViewPr varScale="1">
        <p:scale>
          <a:sx n="104" d="100"/>
          <a:sy n="104" d="100"/>
        </p:scale>
        <p:origin x="3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149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PSPJ PROJECT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Council Election Tally System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console application to cast votes, tally results and declare the winner automatically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38160" y="1280160"/>
            <a:ext cx="3566160" cy="3566160"/>
          </a:xfrm>
          <a:prstGeom prst="ellipse">
            <a:avLst/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828800"/>
            <a:ext cx="2468880" cy="24688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3317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Council Election Tally System is a Java application that replaces slow, error-prone manual counting with an automated digital process.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sets up the candidates, students cast their votes through a menu, and the system records each vote, counts invalid entries, and generates a result report.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is declared from the highest vote count, and a tie is detected and reported instead of picking a wrong winner.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0" y="14630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17373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19431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6676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ready the moment voting ends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30632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60920" y="33375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35433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32644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8366760" y="3703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counting mistakes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32320" y="46634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60920" y="49377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51435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vote and invalid entry is counted and shown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elections in colleges are often run with paper ballots or informal counting.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menu-driven Java program that handles the full flow: voting, tallying and result declaration.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core Java concepts (OOP, arrays, loops, conditions) to a real, relatable problem.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069080"/>
            <a:ext cx="868680" cy="8686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770" y="42862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candidates</a:t>
            </a:r>
            <a:endParaRPr lang="en-US" sz="2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4709160"/>
            <a:ext cx="228600" cy="228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01568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24528" y="4069080"/>
            <a:ext cx="868680" cy="8686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1698" y="4286250"/>
            <a:ext cx="434340" cy="4343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93008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votes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709160"/>
            <a:ext cx="228600" cy="2286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54496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077456" y="4069080"/>
            <a:ext cx="868680" cy="8686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4626" y="4286250"/>
            <a:ext cx="434340" cy="4343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345936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 votes</a:t>
            </a:r>
            <a:endParaRPr lang="en-US" sz="2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4709160"/>
            <a:ext cx="228600" cy="22860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107424" y="38404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9930384" y="4069080"/>
            <a:ext cx="868680" cy="8686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7554" y="4286250"/>
            <a:ext cx="434340" cy="43434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198864" y="5120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 winner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elections using paper ballots or informal counting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14600"/>
            <a:ext cx="914400" cy="91440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43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every paper ballot by hand takes hours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72200" y="20116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514600"/>
            <a:ext cx="914400" cy="91440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743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Prone to human error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2834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Miscounts and lost or damaged ballots change results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709160"/>
            <a:ext cx="914400" cy="91440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937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526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to manipulation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5029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counting can be tampered with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2200" y="42062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709160"/>
            <a:ext cx="914400" cy="91440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9377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4526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Lacks transparency</a:t>
            </a:r>
            <a:endParaRPr lang="en-US" sz="2200" dirty="0"/>
          </a:p>
        </p:txBody>
      </p:sp>
      <p:sp>
        <p:nvSpPr>
          <p:cNvPr id="23" name="Text 17"/>
          <p:cNvSpPr txBox="1"/>
          <p:nvPr/>
        </p:nvSpPr>
        <p:spPr>
          <a:xfrm>
            <a:off x="7726680" y="5029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Voters cannot easily verify how the count was done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console application that automates the whole election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286000"/>
            <a:ext cx="1005840" cy="10058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5374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Ballot menu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69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listed with numbers, plus an option to end voting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2011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2286000"/>
            <a:ext cx="1005840" cy="10058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5374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 recording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4069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choice adds one vote to that candidate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17920" y="2011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0" y="2286000"/>
            <a:ext cx="1005840" cy="10058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5374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votes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4069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options are not lost, they are counted separately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052560" y="2011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75520" y="2286000"/>
            <a:ext cx="1005840" cy="10058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25374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44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and winner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9281160" y="4069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votes, each count, then the winner or a tie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Keywords and Concepts Used</a:t>
            </a:r>
            <a:endParaRPr lang="en-US" sz="3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our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used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the candidates, votes and all voting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the real election as an object (OOP)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extends, super()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StudentCouncilElection inherits Election and passes the candidate names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Reuses code, so candidates can change without rewriting logic (inheritance)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Election(String[] names) sets candidates and creates the votes 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Prepares a fresh election automatically when the object is created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String[ ] and int[ ] arrays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candidates[i] and votes[i] are linked by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storage: votes[i] always belongs to candidates[i]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Election e = new StudentCouncilElection()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Parent-type reference holds the child object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Polymorphism, so main() works with any type of 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public, void, 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level and return type of each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main() call the methods; int returns counts, void performs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 (java.util)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voter’s menu choice from the keyboard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Takes live input from the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and Control Statements Used</a:t>
            </a:r>
            <a:endParaRPr lang="en-US" sz="3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our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used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showMenu()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the ballot menu using a for 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candidates dynamically, however many there 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castVote(choice)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if / else on the choice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Valid: adds a vote. End option: closes voting. Anything else: invalid vote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getEndOption()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candidates.length + 1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option adjusts automatically to the number of candidates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getValidVotes(), getTotalVotes()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for loop adds up the votes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total valid votes and total votes 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declareWinner()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with maxVotes and a boolean isTie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highest count, detects a tie, handles zero votes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showResults()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totals and each candidate’s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the final tally, then calls declareWinner()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 loop in main()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 the menu until the end option is chosen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at least once and keeps voting open until 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Attainments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45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core Java syntax: variables, data types, operators, and input/output using Scanner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74320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control statements and loops (if-else, for, do-while) to build the voting 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404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40374" y="3840480"/>
            <a:ext cx="95439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arrays to store and process candidate and vote data, and built a working console application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93776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937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classes, constructors, methods and inheritance to model the election (OOP)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Screenshots</a:t>
            </a:r>
            <a:endParaRPr lang="en-US" sz="3800" dirty="0"/>
          </a:p>
        </p:txBody>
      </p:sp>
      <p:pic>
        <p:nvPicPr>
          <p:cNvPr id="3" name="Image 0" descr="docx_x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83" y="1463040"/>
            <a:ext cx="6831412" cy="4480560"/>
          </a:xfrm>
          <a:prstGeom prst="rect">
            <a:avLst/>
          </a:prstGeom>
        </p:spPr>
      </p:pic>
      <p:pic>
        <p:nvPicPr>
          <p:cNvPr id="4" name="Image 1" descr="docx_x/word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554" y="1463040"/>
            <a:ext cx="3305015" cy="4480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43383" y="6035040"/>
            <a:ext cx="6831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menu and vote recording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8040554" y="6035040"/>
            <a:ext cx="330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tally and winner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Widescreen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Council Election Tally System</dc:title>
  <dc:subject>PptxGenJS Presentation</dc:subject>
  <dc:creator>PptxGenJS</dc:creator>
  <cp:lastModifiedBy>kothuru navadeep</cp:lastModifiedBy>
  <cp:revision>2</cp:revision>
  <dcterms:created xsi:type="dcterms:W3CDTF">2026-09-28T14:26:58Z</dcterms:created>
  <dcterms:modified xsi:type="dcterms:W3CDTF">2026-09-29T04:59:19Z</dcterms:modified>
</cp:coreProperties>
</file>